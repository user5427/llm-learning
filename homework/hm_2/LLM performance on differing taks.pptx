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3453" y="2735730"/>
            <a:ext cx="15101095" cy="358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 local models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 openrouter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minimax - expensive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nemotron - really fast and cheap and also good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gpt-oss - suprisingly slow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93371" y="7670859"/>
            <a:ext cx="11301259" cy="1921214"/>
          </a:xfrm>
          <a:custGeom>
            <a:avLst/>
            <a:gdLst/>
            <a:ahLst/>
            <a:cxnLst/>
            <a:rect r="r" b="b" t="t" l="l"/>
            <a:pathLst>
              <a:path h="1921214" w="11301259">
                <a:moveTo>
                  <a:pt x="0" y="0"/>
                </a:moveTo>
                <a:lnTo>
                  <a:pt x="11301258" y="0"/>
                </a:lnTo>
                <a:lnTo>
                  <a:pt x="11301258" y="1921214"/>
                </a:lnTo>
                <a:lnTo>
                  <a:pt x="0" y="1921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3453" y="722257"/>
            <a:ext cx="15101095" cy="156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 performance on tasks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772860"/>
            <a:ext cx="7267405" cy="6065561"/>
          </a:xfrm>
          <a:custGeom>
            <a:avLst/>
            <a:gdLst/>
            <a:ahLst/>
            <a:cxnLst/>
            <a:rect r="r" b="b" t="t" l="l"/>
            <a:pathLst>
              <a:path h="6065561" w="7267405">
                <a:moveTo>
                  <a:pt x="0" y="0"/>
                </a:moveTo>
                <a:lnTo>
                  <a:pt x="7267405" y="0"/>
                </a:lnTo>
                <a:lnTo>
                  <a:pt x="7267405" y="6065560"/>
                </a:lnTo>
                <a:lnTo>
                  <a:pt x="0" y="606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04008" y="3772860"/>
            <a:ext cx="7768883" cy="4379708"/>
          </a:xfrm>
          <a:custGeom>
            <a:avLst/>
            <a:gdLst/>
            <a:ahLst/>
            <a:cxnLst/>
            <a:rect r="r" b="b" t="t" l="l"/>
            <a:pathLst>
              <a:path h="4379708" w="7768883">
                <a:moveTo>
                  <a:pt x="0" y="0"/>
                </a:moveTo>
                <a:lnTo>
                  <a:pt x="7768883" y="0"/>
                </a:lnTo>
                <a:lnTo>
                  <a:pt x="7768883" y="4379707"/>
                </a:lnTo>
                <a:lnTo>
                  <a:pt x="0" y="4379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3960" y="738330"/>
            <a:ext cx="13960079" cy="156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 Router vs MIF HPC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3960" y="2716163"/>
            <a:ext cx="13960079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Both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fast, first took 0.025 cents to complete, second was free!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3798" y="505320"/>
            <a:ext cx="16705502" cy="8519806"/>
          </a:xfrm>
          <a:custGeom>
            <a:avLst/>
            <a:gdLst/>
            <a:ahLst/>
            <a:cxnLst/>
            <a:rect r="r" b="b" t="t" l="l"/>
            <a:pathLst>
              <a:path h="8519806" w="16705502">
                <a:moveTo>
                  <a:pt x="0" y="0"/>
                </a:moveTo>
                <a:lnTo>
                  <a:pt x="16705502" y="0"/>
                </a:lnTo>
                <a:lnTo>
                  <a:pt x="16705502" y="8519806"/>
                </a:lnTo>
                <a:lnTo>
                  <a:pt x="0" y="851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350" y="8958451"/>
            <a:ext cx="16464399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+- ofcourse most of time these models got score 10/10 according to DeepSeek but one had to be choosen to advance to the next level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1189" y="762550"/>
            <a:ext cx="5209410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Creative Writing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00598" y="3896898"/>
            <a:ext cx="5086804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microsoft/phi-4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0598" y="4717261"/>
            <a:ext cx="5086804" cy="23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Was one of the faster ones with answer in just 2.6 seconds. Also nice output.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82182"/>
            <a:ext cx="3679032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 QA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96636" y="3720088"/>
            <a:ext cx="589472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nemotron-mini:4b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96636" y="4540452"/>
            <a:ext cx="5894728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Really fast answer in just 0.3 seconds. The model was ran on HPC.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3770" y="682182"/>
            <a:ext cx="546567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JSON generation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3157513"/>
            <a:ext cx="7526310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minimax/minimax-m2:5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962921"/>
            <a:ext cx="7526310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Failed, did not complete the JSON generation fully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2008" y="3157513"/>
            <a:ext cx="405039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ministral-3:3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3975" y="3977877"/>
            <a:ext cx="6798975" cy="23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fastest one locally (1.7 seconds) but to be honest most of the models completed this one successfully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5019" y="762550"/>
            <a:ext cx="418575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5019" y="2611012"/>
            <a:ext cx="4476325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ministral-3:3b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5019" y="3431375"/>
            <a:ext cx="4476325" cy="298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Local, implemented the function in just 2.7 seconds, provided a good example.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82725" y="2611012"/>
            <a:ext cx="637381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qwen2.5-coder:1.5b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82725" y="3431375"/>
            <a:ext cx="6373813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Just as good, output in 2.2 seconds.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373701"/>
            <a:ext cx="15535751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OpenRoutere models performed also just as well, but slower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401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4" y="676273"/>
            <a:ext cx="5863125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9086" y="8244840"/>
            <a:ext cx="16150214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Some models added extra text not present in the original one, hence their scores were reduced. Overall, local models were really good at this.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8217" y="3479199"/>
            <a:ext cx="589472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nemotron-mini:4b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217" y="4299562"/>
            <a:ext cx="5894728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Really fast, just 1 second to sumup it pretty well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6109" y="3291035"/>
            <a:ext cx="637381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qwen2.5-coder:1.5b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6109" y="4111398"/>
            <a:ext cx="6373813" cy="23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Even faster, 0.7 seconds, which makes sense since this model was specifically made for autocompletion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8945" y="660199"/>
            <a:ext cx="4359247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Domino tiling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07573"/>
            <a:ext cx="628777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openai/gpt-oss-20b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27937"/>
            <a:ext cx="6287776" cy="298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Fastest answer in 0.24 seconds, second place goes to microsoft/phi-4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just as fast answer in 0.3 seconds.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6460" y="3607573"/>
            <a:ext cx="608522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models failed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6460" y="4427937"/>
            <a:ext cx="6085228" cy="358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local models failed, though by iterating this question on nemotron-mini:4b a few times, sometimes you can get it to answer correctly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9329" y="660199"/>
            <a:ext cx="3092649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Relativity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0576" y="3639720"/>
            <a:ext cx="608522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models failed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0576" y="4460084"/>
            <a:ext cx="6085228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seems like these local models are too small for thesse difficult questions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6754" y="3639720"/>
            <a:ext cx="8611707" cy="273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nvi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dia/nemotron-3-super-120b-a12b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16754" y="6307820"/>
            <a:ext cx="8611707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fastest model, answered in 1.43 seconds.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2426" y="788788"/>
            <a:ext cx="427958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Chemistry kp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9297" y="3430764"/>
            <a:ext cx="717323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stepfun/step-3.5-flash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9297" y="4251127"/>
            <a:ext cx="7173233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Did not try to answer this question.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78797" y="3430764"/>
            <a:ext cx="608522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models failed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78797" y="4251127"/>
            <a:ext cx="6085228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seems like these local models are too small for thesse difficult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5702" y="7184306"/>
            <a:ext cx="5086804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microsoft/phi-4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5702" y="8004669"/>
            <a:ext cx="5086804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Answered fastest in 6.24 seconds, also did not forget  to provide units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1652" y="6496938"/>
            <a:ext cx="10186348" cy="358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test highlights the differences between models just trying to output a number and models that diregard the test saying to output only one number and actually do some steps for calculations. These models seem to produce better output.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679397"/>
            <a:ext cx="6549193" cy="5435684"/>
          </a:xfrm>
          <a:custGeom>
            <a:avLst/>
            <a:gdLst/>
            <a:ahLst/>
            <a:cxnLst/>
            <a:rect r="r" b="b" t="t" l="l"/>
            <a:pathLst>
              <a:path h="5435684" w="6549193">
                <a:moveTo>
                  <a:pt x="0" y="0"/>
                </a:moveTo>
                <a:lnTo>
                  <a:pt x="6549193" y="0"/>
                </a:lnTo>
                <a:lnTo>
                  <a:pt x="6549193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7509" y="756641"/>
            <a:ext cx="3938559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Logic puzzle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4605" y="2633933"/>
            <a:ext cx="8722888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difficult question: multiple failures???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13266" y="2466349"/>
            <a:ext cx="6464669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models return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13266" y="3286713"/>
            <a:ext cx="6464669" cy="238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llama3.2:1b, ministral-3:3b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returning answers in 2.56 and 2.7 seconds.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602199" y="5251261"/>
            <a:ext cx="5086804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microsoft/phi-4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02199" y="6071625"/>
            <a:ext cx="5086804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Answers correctly in 9.14 seconds, though in lengthy explanation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4819" y="8210204"/>
            <a:ext cx="742156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google/gemma-3-27b-it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4819" y="9030567"/>
            <a:ext cx="7421563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Gives answer in almost 30 seconds,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also lengthy answer, has a table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0909" y="933450"/>
            <a:ext cx="536702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Economics trivia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1806" y="3318249"/>
            <a:ext cx="7421563" cy="181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ogle/gemma-3-27b-it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38612"/>
            <a:ext cx="6287776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Answered in 0.75 seconds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00518" y="3384289"/>
            <a:ext cx="637381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qwen2.5-coder:1.5b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00518" y="4204652"/>
            <a:ext cx="6373813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Answered in 0.2 seconds, with variation.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6092" y="8934739"/>
            <a:ext cx="12015817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models except llama3.2:1b answered this one correctly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2480" y="724494"/>
            <a:ext cx="284346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Genetics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1865" y="3253955"/>
            <a:ext cx="4476325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ministral-3:3b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1865" y="4074318"/>
            <a:ext cx="4476325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only one local model that did not fail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74749" y="3332593"/>
            <a:ext cx="8384551" cy="181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nvidia/nemotron-3-super-120b-a12b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74749" y="5076825"/>
            <a:ext cx="8384551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Answered fastest in 1.67 seconds.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08302" y="8934739"/>
            <a:ext cx="11071396" cy="5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OpenRouter models finished this test successfully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6628" y="933450"/>
            <a:ext cx="6253900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arithmetic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6628" y="3142558"/>
            <a:ext cx="628777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openai/gpt-oss-20b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6628" y="3962921"/>
            <a:ext cx="6287776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Answered the fastest in 3.80 seconds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70385" y="3142558"/>
            <a:ext cx="626254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models failed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36663" y="857250"/>
            <a:ext cx="4014674" cy="156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89252"/>
            <a:ext cx="544522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soft/phi-4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09615"/>
            <a:ext cx="5445223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Good for most tasks, is quite quick and precise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45823" y="2885146"/>
            <a:ext cx="4476325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ministral-3:3b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45823" y="3705510"/>
            <a:ext cx="4476325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Works reliably, answers fast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99798" y="5600697"/>
            <a:ext cx="6373813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qw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en2.5-coder:1.5b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99798" y="6421060"/>
            <a:ext cx="6373813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Really fast generation as it was made for autocompletion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9340" y="7931365"/>
            <a:ext cx="5894728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emotron-mini:4b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9340" y="8751729"/>
            <a:ext cx="5894728" cy="118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Good balance between speed and precision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7408" y="5048250"/>
            <a:ext cx="628777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enai/gpt-oss-20b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7408" y="5868613"/>
            <a:ext cx="6287776" cy="17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Just as good as phi-4, though a little slower sometimes, also the API can freeze sometimes.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1170" y="1363051"/>
            <a:ext cx="18681069" cy="8406481"/>
          </a:xfrm>
          <a:custGeom>
            <a:avLst/>
            <a:gdLst/>
            <a:ahLst/>
            <a:cxnLst/>
            <a:rect r="r" b="b" t="t" l="l"/>
            <a:pathLst>
              <a:path h="8406481" w="18681069">
                <a:moveTo>
                  <a:pt x="0" y="0"/>
                </a:moveTo>
                <a:lnTo>
                  <a:pt x="18681069" y="0"/>
                </a:lnTo>
                <a:lnTo>
                  <a:pt x="18681069" y="8406481"/>
                </a:lnTo>
                <a:lnTo>
                  <a:pt x="0" y="8406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92"/>
            <a:ext cx="18236974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Claude so keep in mind it might have messed up math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DAHE-jBXTwM</dc:identifier>
  <dcterms:modified xsi:type="dcterms:W3CDTF">2011-08-01T06:04:30Z</dcterms:modified>
  <cp:revision>1</cp:revision>
  <dc:title>LLM performance on differing taks</dc:title>
</cp:coreProperties>
</file>